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D3433F-02D7-4BAC-B96B-C3BA6ADF6A30}" v="9" dt="2026-10-03T05:57:10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 Nikki" userId="dfd259a7676759a5" providerId="LiveId" clId="{E4D7F601-F38C-4367-8B3C-0353DC09699A}"/>
    <pc:docChg chg="custSel addSld delSld modSld">
      <pc:chgData name="R Nikki" userId="dfd259a7676759a5" providerId="LiveId" clId="{E4D7F601-F38C-4367-8B3C-0353DC09699A}" dt="2026-10-03T06:01:40.232" v="640" actId="2696"/>
      <pc:docMkLst>
        <pc:docMk/>
      </pc:docMkLst>
      <pc:sldChg chg="addSp delSp modSp mod">
        <pc:chgData name="R Nikki" userId="dfd259a7676759a5" providerId="LiveId" clId="{E4D7F601-F38C-4367-8B3C-0353DC09699A}" dt="2026-10-03T06:00:08.325" v="632" actId="1076"/>
        <pc:sldMkLst>
          <pc:docMk/>
          <pc:sldMk cId="1795638357" sldId="256"/>
        </pc:sldMkLst>
        <pc:picChg chg="mod">
          <ac:chgData name="R Nikki" userId="dfd259a7676759a5" providerId="LiveId" clId="{E4D7F601-F38C-4367-8B3C-0353DC09699A}" dt="2026-10-03T06:00:08.325" v="632" actId="1076"/>
          <ac:picMkLst>
            <pc:docMk/>
            <pc:sldMk cId="1795638357" sldId="256"/>
            <ac:picMk id="5" creationId="{EDE3BC5D-4B7A-5F3E-7A9A-4062B25DD7C2}"/>
          </ac:picMkLst>
        </pc:picChg>
        <pc:picChg chg="add del mod">
          <ac:chgData name="R Nikki" userId="dfd259a7676759a5" providerId="LiveId" clId="{E4D7F601-F38C-4367-8B3C-0353DC09699A}" dt="2026-10-03T05:37:35.809" v="52" actId="21"/>
          <ac:picMkLst>
            <pc:docMk/>
            <pc:sldMk cId="1795638357" sldId="256"/>
            <ac:picMk id="7" creationId="{F6A93DA6-EEE6-B4EC-7F48-FFD5BA79AD14}"/>
          </ac:picMkLst>
        </pc:picChg>
        <pc:picChg chg="add mod">
          <ac:chgData name="R Nikki" userId="dfd259a7676759a5" providerId="LiveId" clId="{E4D7F601-F38C-4367-8B3C-0353DC09699A}" dt="2026-10-03T05:38:32.736" v="63" actId="14100"/>
          <ac:picMkLst>
            <pc:docMk/>
            <pc:sldMk cId="1795638357" sldId="256"/>
            <ac:picMk id="9" creationId="{EFBBD51B-BF58-EC7B-62E2-D474FF63E2DC}"/>
          </ac:picMkLst>
        </pc:picChg>
        <pc:picChg chg="add del mod">
          <ac:chgData name="R Nikki" userId="dfd259a7676759a5" providerId="LiveId" clId="{E4D7F601-F38C-4367-8B3C-0353DC09699A}" dt="2026-10-03T05:50:53.933" v="328" actId="21"/>
          <ac:picMkLst>
            <pc:docMk/>
            <pc:sldMk cId="1795638357" sldId="256"/>
            <ac:picMk id="11" creationId="{E236DD73-5900-9E1C-B034-8E6959AFD30B}"/>
          </ac:picMkLst>
        </pc:picChg>
        <pc:picChg chg="add mod">
          <ac:chgData name="R Nikki" userId="dfd259a7676759a5" providerId="LiveId" clId="{E4D7F601-F38C-4367-8B3C-0353DC09699A}" dt="2026-10-03T05:57:57.106" v="624" actId="1076"/>
          <ac:picMkLst>
            <pc:docMk/>
            <pc:sldMk cId="1795638357" sldId="256"/>
            <ac:picMk id="13" creationId="{B737826E-CE4E-AA73-DE0B-87F51D1D2976}"/>
          </ac:picMkLst>
        </pc:picChg>
        <pc:picChg chg="add mod">
          <ac:chgData name="R Nikki" userId="dfd259a7676759a5" providerId="LiveId" clId="{E4D7F601-F38C-4367-8B3C-0353DC09699A}" dt="2026-10-03T05:59:28.995" v="630" actId="14100"/>
          <ac:picMkLst>
            <pc:docMk/>
            <pc:sldMk cId="1795638357" sldId="256"/>
            <ac:picMk id="15" creationId="{F1E3F0D1-AD9A-4E1F-391C-210C6F3A6F44}"/>
          </ac:picMkLst>
        </pc:picChg>
      </pc:sldChg>
      <pc:sldChg chg="addSp modSp mod">
        <pc:chgData name="R Nikki" userId="dfd259a7676759a5" providerId="LiveId" clId="{E4D7F601-F38C-4367-8B3C-0353DC09699A}" dt="2026-10-03T05:27:41.260" v="0" actId="931"/>
        <pc:sldMkLst>
          <pc:docMk/>
          <pc:sldMk cId="1142688525" sldId="257"/>
        </pc:sldMkLst>
        <pc:picChg chg="add mod">
          <ac:chgData name="R Nikki" userId="dfd259a7676759a5" providerId="LiveId" clId="{E4D7F601-F38C-4367-8B3C-0353DC09699A}" dt="2026-10-03T05:27:41.260" v="0" actId="931"/>
          <ac:picMkLst>
            <pc:docMk/>
            <pc:sldMk cId="1142688525" sldId="257"/>
            <ac:picMk id="3" creationId="{B76E1485-FBA1-4A4D-1510-CA21C445B608}"/>
          </ac:picMkLst>
        </pc:picChg>
      </pc:sldChg>
      <pc:sldChg chg="addSp modSp new mod">
        <pc:chgData name="R Nikki" userId="dfd259a7676759a5" providerId="LiveId" clId="{E4D7F601-F38C-4367-8B3C-0353DC09699A}" dt="2026-10-03T05:37:18.174" v="50" actId="1076"/>
        <pc:sldMkLst>
          <pc:docMk/>
          <pc:sldMk cId="3599694304" sldId="258"/>
        </pc:sldMkLst>
        <pc:picChg chg="add mod">
          <ac:chgData name="R Nikki" userId="dfd259a7676759a5" providerId="LiveId" clId="{E4D7F601-F38C-4367-8B3C-0353DC09699A}" dt="2026-10-03T05:37:18.174" v="50" actId="1076"/>
          <ac:picMkLst>
            <pc:docMk/>
            <pc:sldMk cId="3599694304" sldId="258"/>
            <ac:picMk id="3" creationId="{F4A8AE24-EE94-CCAC-CE36-5C3B146044AC}"/>
          </ac:picMkLst>
        </pc:picChg>
      </pc:sldChg>
      <pc:sldChg chg="addSp modSp new mod">
        <pc:chgData name="R Nikki" userId="dfd259a7676759a5" providerId="LiveId" clId="{E4D7F601-F38C-4367-8B3C-0353DC09699A}" dt="2026-10-03T05:37:06.093" v="49" actId="14100"/>
        <pc:sldMkLst>
          <pc:docMk/>
          <pc:sldMk cId="3609215906" sldId="259"/>
        </pc:sldMkLst>
        <pc:picChg chg="add mod">
          <ac:chgData name="R Nikki" userId="dfd259a7676759a5" providerId="LiveId" clId="{E4D7F601-F38C-4367-8B3C-0353DC09699A}" dt="2026-10-03T05:37:06.093" v="49" actId="14100"/>
          <ac:picMkLst>
            <pc:docMk/>
            <pc:sldMk cId="3609215906" sldId="259"/>
            <ac:picMk id="3" creationId="{1C9DD237-34EF-20C0-88FF-A0CE996C82EF}"/>
          </ac:picMkLst>
        </pc:picChg>
      </pc:sldChg>
      <pc:sldChg chg="addSp modSp new mod">
        <pc:chgData name="R Nikki" userId="dfd259a7676759a5" providerId="LiveId" clId="{E4D7F601-F38C-4367-8B3C-0353DC09699A}" dt="2026-10-03T05:36:59.880" v="48" actId="14100"/>
        <pc:sldMkLst>
          <pc:docMk/>
          <pc:sldMk cId="2411934438" sldId="260"/>
        </pc:sldMkLst>
        <pc:picChg chg="add mod">
          <ac:chgData name="R Nikki" userId="dfd259a7676759a5" providerId="LiveId" clId="{E4D7F601-F38C-4367-8B3C-0353DC09699A}" dt="2026-10-03T05:36:59.880" v="48" actId="14100"/>
          <ac:picMkLst>
            <pc:docMk/>
            <pc:sldMk cId="2411934438" sldId="260"/>
            <ac:picMk id="3" creationId="{747A1EB5-E725-D64A-E5E5-0BC1C56AB18F}"/>
          </ac:picMkLst>
        </pc:picChg>
      </pc:sldChg>
      <pc:sldChg chg="addSp modSp new mod">
        <pc:chgData name="R Nikki" userId="dfd259a7676759a5" providerId="LiveId" clId="{E4D7F601-F38C-4367-8B3C-0353DC09699A}" dt="2026-10-03T05:36:54.287" v="47" actId="14100"/>
        <pc:sldMkLst>
          <pc:docMk/>
          <pc:sldMk cId="2542420751" sldId="261"/>
        </pc:sldMkLst>
        <pc:picChg chg="add mod">
          <ac:chgData name="R Nikki" userId="dfd259a7676759a5" providerId="LiveId" clId="{E4D7F601-F38C-4367-8B3C-0353DC09699A}" dt="2026-10-03T05:36:54.287" v="47" actId="14100"/>
          <ac:picMkLst>
            <pc:docMk/>
            <pc:sldMk cId="2542420751" sldId="261"/>
            <ac:picMk id="3" creationId="{5A21C863-5771-E522-5436-328CCA8B99B3}"/>
          </ac:picMkLst>
        </pc:picChg>
      </pc:sldChg>
      <pc:sldChg chg="addSp delSp modSp new mod">
        <pc:chgData name="R Nikki" userId="dfd259a7676759a5" providerId="LiveId" clId="{E4D7F601-F38C-4367-8B3C-0353DC09699A}" dt="2026-10-03T05:36:46.355" v="46" actId="14100"/>
        <pc:sldMkLst>
          <pc:docMk/>
          <pc:sldMk cId="149329974" sldId="262"/>
        </pc:sldMkLst>
        <pc:spChg chg="add del mod">
          <ac:chgData name="R Nikki" userId="dfd259a7676759a5" providerId="LiveId" clId="{E4D7F601-F38C-4367-8B3C-0353DC09699A}" dt="2026-10-03T05:35:15.125" v="40"/>
          <ac:spMkLst>
            <pc:docMk/>
            <pc:sldMk cId="149329974" sldId="262"/>
            <ac:spMk id="6" creationId="{91DAC050-41B6-6A97-27E0-A7AED743C3C1}"/>
          </ac:spMkLst>
        </pc:spChg>
        <pc:spChg chg="add del mod">
          <ac:chgData name="R Nikki" userId="dfd259a7676759a5" providerId="LiveId" clId="{E4D7F601-F38C-4367-8B3C-0353DC09699A}" dt="2026-10-03T05:35:15.120" v="38" actId="478"/>
          <ac:spMkLst>
            <pc:docMk/>
            <pc:sldMk cId="149329974" sldId="262"/>
            <ac:spMk id="7" creationId="{1692B18E-9FBD-CAE3-699E-A6DD7D590B93}"/>
          </ac:spMkLst>
        </pc:spChg>
        <pc:picChg chg="add del mod">
          <ac:chgData name="R Nikki" userId="dfd259a7676759a5" providerId="LiveId" clId="{E4D7F601-F38C-4367-8B3C-0353DC09699A}" dt="2026-10-03T05:32:55.230" v="32" actId="478"/>
          <ac:picMkLst>
            <pc:docMk/>
            <pc:sldMk cId="149329974" sldId="262"/>
            <ac:picMk id="3" creationId="{7DCA7652-62BF-2019-6108-CEAA57EA009C}"/>
          </ac:picMkLst>
        </pc:picChg>
        <pc:picChg chg="add del mod">
          <ac:chgData name="R Nikki" userId="dfd259a7676759a5" providerId="LiveId" clId="{E4D7F601-F38C-4367-8B3C-0353DC09699A}" dt="2026-10-03T05:36:18.047" v="41" actId="478"/>
          <ac:picMkLst>
            <pc:docMk/>
            <pc:sldMk cId="149329974" sldId="262"/>
            <ac:picMk id="5" creationId="{0EA79188-5A29-F8B4-A829-98B6D77AECA6}"/>
          </ac:picMkLst>
        </pc:picChg>
        <pc:picChg chg="add mod">
          <ac:chgData name="R Nikki" userId="dfd259a7676759a5" providerId="LiveId" clId="{E4D7F601-F38C-4367-8B3C-0353DC09699A}" dt="2026-10-03T05:36:46.355" v="46" actId="14100"/>
          <ac:picMkLst>
            <pc:docMk/>
            <pc:sldMk cId="149329974" sldId="262"/>
            <ac:picMk id="9" creationId="{69990F81-6821-6333-7000-ACA49020743D}"/>
          </ac:picMkLst>
        </pc:picChg>
      </pc:sldChg>
      <pc:sldChg chg="new del">
        <pc:chgData name="R Nikki" userId="dfd259a7676759a5" providerId="LiveId" clId="{E4D7F601-F38C-4367-8B3C-0353DC09699A}" dt="2026-10-03T06:00:40.587" v="634" actId="2696"/>
        <pc:sldMkLst>
          <pc:docMk/>
          <pc:sldMk cId="2082804375" sldId="263"/>
        </pc:sldMkLst>
      </pc:sldChg>
      <pc:sldChg chg="new del">
        <pc:chgData name="R Nikki" userId="dfd259a7676759a5" providerId="LiveId" clId="{E4D7F601-F38C-4367-8B3C-0353DC09699A}" dt="2026-10-03T06:01:36.855" v="639" actId="2696"/>
        <pc:sldMkLst>
          <pc:docMk/>
          <pc:sldMk cId="2877284469" sldId="263"/>
        </pc:sldMkLst>
      </pc:sldChg>
      <pc:sldChg chg="addSp delSp modSp new del mod">
        <pc:chgData name="R Nikki" userId="dfd259a7676759a5" providerId="LiveId" clId="{E4D7F601-F38C-4367-8B3C-0353DC09699A}" dt="2026-10-03T05:49:08.440" v="321" actId="2696"/>
        <pc:sldMkLst>
          <pc:docMk/>
          <pc:sldMk cId="3537245776" sldId="263"/>
        </pc:sldMkLst>
        <pc:spChg chg="del mod">
          <ac:chgData name="R Nikki" userId="dfd259a7676759a5" providerId="LiveId" clId="{E4D7F601-F38C-4367-8B3C-0353DC09699A}" dt="2026-10-03T05:49:02.015" v="319" actId="478"/>
          <ac:spMkLst>
            <pc:docMk/>
            <pc:sldMk cId="3537245776" sldId="263"/>
            <ac:spMk id="3" creationId="{36533FC2-7B56-F7FB-A3BB-8EFB94010FE6}"/>
          </ac:spMkLst>
        </pc:spChg>
        <pc:spChg chg="add mod">
          <ac:chgData name="R Nikki" userId="dfd259a7676759a5" providerId="LiveId" clId="{E4D7F601-F38C-4367-8B3C-0353DC09699A}" dt="2026-10-03T05:49:04.420" v="320" actId="5793"/>
          <ac:spMkLst>
            <pc:docMk/>
            <pc:sldMk cId="3537245776" sldId="263"/>
            <ac:spMk id="5" creationId="{9B22A78F-BEAA-BFAA-05A8-AC86B9B8552B}"/>
          </ac:spMkLst>
        </pc:spChg>
      </pc:sldChg>
      <pc:sldChg chg="addSp modSp new del mod">
        <pc:chgData name="R Nikki" userId="dfd259a7676759a5" providerId="LiveId" clId="{E4D7F601-F38C-4367-8B3C-0353DC09699A}" dt="2026-10-03T05:59:55.957" v="631" actId="2696"/>
        <pc:sldMkLst>
          <pc:docMk/>
          <pc:sldMk cId="3906561732" sldId="263"/>
        </pc:sldMkLst>
        <pc:spChg chg="mod">
          <ac:chgData name="R Nikki" userId="dfd259a7676759a5" providerId="LiveId" clId="{E4D7F601-F38C-4367-8B3C-0353DC09699A}" dt="2026-10-03T05:56:14.263" v="617" actId="20577"/>
          <ac:spMkLst>
            <pc:docMk/>
            <pc:sldMk cId="3906561732" sldId="263"/>
            <ac:spMk id="2" creationId="{8BAF9BF1-DFF0-5207-A6EA-9A0D484E1E10}"/>
          </ac:spMkLst>
        </pc:spChg>
        <pc:spChg chg="mod">
          <ac:chgData name="R Nikki" userId="dfd259a7676759a5" providerId="LiveId" clId="{E4D7F601-F38C-4367-8B3C-0353DC09699A}" dt="2026-10-03T05:58:24.036" v="627" actId="207"/>
          <ac:spMkLst>
            <pc:docMk/>
            <pc:sldMk cId="3906561732" sldId="263"/>
            <ac:spMk id="3" creationId="{5CD424C4-E8B5-9005-14DC-749FFFD0DDF4}"/>
          </ac:spMkLst>
        </pc:spChg>
        <pc:grpChg chg="mod">
          <ac:chgData name="R Nikki" userId="dfd259a7676759a5" providerId="LiveId" clId="{E4D7F601-F38C-4367-8B3C-0353DC09699A}" dt="2026-10-03T05:57:10.362" v="620"/>
          <ac:grpSpMkLst>
            <pc:docMk/>
            <pc:sldMk cId="3906561732" sldId="263"/>
            <ac:grpSpMk id="6" creationId="{44444471-90D8-F463-34FD-2A8B683823F1}"/>
          </ac:grpSpMkLst>
        </pc:grpChg>
        <pc:inkChg chg="add mod">
          <ac:chgData name="R Nikki" userId="dfd259a7676759a5" providerId="LiveId" clId="{E4D7F601-F38C-4367-8B3C-0353DC09699A}" dt="2026-10-03T05:57:10.362" v="620"/>
          <ac:inkMkLst>
            <pc:docMk/>
            <pc:sldMk cId="3906561732" sldId="263"/>
            <ac:inkMk id="4" creationId="{59F9F3CB-A696-4174-1BFE-394D21F08D8F}"/>
          </ac:inkMkLst>
        </pc:inkChg>
        <pc:inkChg chg="add mod">
          <ac:chgData name="R Nikki" userId="dfd259a7676759a5" providerId="LiveId" clId="{E4D7F601-F38C-4367-8B3C-0353DC09699A}" dt="2026-10-03T05:57:10.362" v="620"/>
          <ac:inkMkLst>
            <pc:docMk/>
            <pc:sldMk cId="3906561732" sldId="263"/>
            <ac:inkMk id="5" creationId="{21878B91-EAC9-632F-B79B-92E426CAC94B}"/>
          </ac:inkMkLst>
        </pc:inkChg>
      </pc:sldChg>
      <pc:sldChg chg="modSp new del mod">
        <pc:chgData name="R Nikki" userId="dfd259a7676759a5" providerId="LiveId" clId="{E4D7F601-F38C-4367-8B3C-0353DC09699A}" dt="2026-10-03T06:01:40.232" v="640" actId="2696"/>
        <pc:sldMkLst>
          <pc:docMk/>
          <pc:sldMk cId="4193722214" sldId="264"/>
        </pc:sldMkLst>
        <pc:spChg chg="mod">
          <ac:chgData name="R Nikki" userId="dfd259a7676759a5" providerId="LiveId" clId="{E4D7F601-F38C-4367-8B3C-0353DC09699A}" dt="2026-10-03T06:01:15.657" v="638" actId="20577"/>
          <ac:spMkLst>
            <pc:docMk/>
            <pc:sldMk cId="4193722214" sldId="264"/>
            <ac:spMk id="3" creationId="{A78B0CED-A002-A1A1-5A55-60CC7CC356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C138A-CDED-295A-BE5C-92A27B733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140DC-ACF5-5A26-5DF5-717BC8DEA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B7F91-1A02-DDE7-1D13-DEDDB3C0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79CD-4085-447E-8A91-ED6B6FE7CE8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84841-BF0F-B3D2-4923-89320608A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F0B2C-7D2F-C335-774B-3F2EFE2B9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4550-9262-4401-9827-26151799E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55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C3584-BDA0-29F9-6729-29AA04CFE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2D8FB-74DF-D80A-A574-2ACB451D1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4580C-EF5E-F70E-C4AC-1140B9691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79CD-4085-447E-8A91-ED6B6FE7CE8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3658B-6D9E-2ADA-DF40-9C0DBC3EC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0FAE7-181D-1985-8160-83DE8F8B6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4550-9262-4401-9827-26151799E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37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B48B-443F-C360-8E27-29C5E382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1CD5D-9FE4-BE71-BCB1-9D3A6FD3E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5445D-E5DA-CEA2-DE5F-8AFFDA62F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79CD-4085-447E-8A91-ED6B6FE7CE8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14A6A-26C2-AEFC-C27A-7205C1A7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B7F19-45B5-C0B0-93E2-3FF77DE0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4550-9262-4401-9827-26151799E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449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E051A-1AA9-5DED-1278-45EDA4BB0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6961F-E262-1092-D3B9-CAB268516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58EC6-A78B-E2E8-700B-C6BF8148D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17422-675F-E4B3-5C1E-A9778EB54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79CD-4085-447E-8A91-ED6B6FE7CE8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F72F9-5523-3492-2A15-96064E9E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DEBF4-7DE1-D0D3-B831-2D24D5F1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4550-9262-4401-9827-26151799E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02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E871C-F04D-5FCB-037A-42FEABCB0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D0C6A-3C7E-A7B3-620E-90589F091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5DE9A-F2C1-5ABA-66C0-04E05014B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BE46A-8250-4CF6-5A0D-D53BFAAB9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45207F-AAF8-7E77-2FBC-C525C2C9B4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A5539C-DAB9-D2E0-0129-F7C077337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79CD-4085-447E-8A91-ED6B6FE7CE8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CF0904-9E2B-7F86-EC73-22925D1BC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4DE8C2-756B-DA1D-1AE9-41B74C24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4550-9262-4401-9827-26151799E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86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33EA6-27FC-9113-8F55-CD78D7D5C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F2256C-BE7D-5BAB-112C-04246EA2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79CD-4085-447E-8A91-ED6B6FE7CE8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D4A28-567F-D04B-4086-3F02BAE92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CCD0C-1548-49DC-291B-82C4A4FD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4550-9262-4401-9827-26151799E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798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7C8D3-096F-9625-DAB4-9CD3E0CA2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79CD-4085-447E-8A91-ED6B6FE7CE8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D548C1-5CA3-F955-0DC2-ED4AE0DD7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9C57E-93EF-0B2F-9946-C7B4BFDF9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4550-9262-4401-9827-26151799E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396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3ECF-9E37-05EC-1A58-28012A703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7982A-329F-347B-F27C-FEC15A173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E17D6-249F-3A1A-030F-098A5A792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96493-28F8-9E10-23B8-73BE6497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79CD-4085-447E-8A91-ED6B6FE7CE8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E1B4D-98F8-8432-5632-7C569010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720CF-C69F-EE62-CB1A-448E83A5D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4550-9262-4401-9827-26151799E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49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1BE64-BAB1-901A-6781-82CAE61EE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FB300D-1EAA-D7B4-7F37-FEFF78F8AB9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6728C-F172-2EA7-9234-896BFF9DB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E2642-279A-CCA6-58EE-AD7F59976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79CD-4085-447E-8A91-ED6B6FE7CE8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CF1D8-940B-5ACA-77E9-DFA42806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875DF-807A-1412-0216-69A0F0BC4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4550-9262-4401-9827-26151799E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301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D3417-56D4-FF8D-C634-B2851F070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AAB82-2B0B-1621-DF26-CB993A44C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30634-EB92-4CC4-697B-9E089EA5C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79CD-4085-447E-8A91-ED6B6FE7CE8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5AF6B-A0B0-0BA4-0C7B-C839F039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75D2B-E517-C341-A0FB-731D0B22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4550-9262-4401-9827-26151799E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638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E96FB-107C-FC53-96AD-79CD7E845A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C349D-261B-4048-186A-541C04BE9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6A753-F6EE-676A-C4FC-EE865FE0C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79CD-4085-447E-8A91-ED6B6FE7CE8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A4FF2-C6B2-84BC-29B1-7BDEEE32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77396-35D8-59F1-B8BA-F5C57702F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4550-9262-4401-9827-26151799E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34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922556-1FB3-85CE-5B06-69ECCD2EA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EE21A-7076-85A3-5806-FEFD759D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0836E-500E-0120-0BBE-A6A17570B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EA79CD-4085-447E-8A91-ED6B6FE7CE8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D7E00-1C08-D36B-BBF4-5B399301C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1377-CE8A-9AEC-E4BF-159E0E5DB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44550-9262-4401-9827-26151799E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288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13004-5488-8398-250F-430545D885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24B6F-C33E-D113-D02F-DA05660C15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3BC5D-4B7A-5F3E-7A9A-4062B25DD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371"/>
            <a:ext cx="12032227" cy="62653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BBD51B-BF58-EC7B-62E2-D474FF63E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00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37826E-CE4E-AA73-DE0B-87F51D1D29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07" y="2891743"/>
            <a:ext cx="4122159" cy="10745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E3F0D1-AD9A-4E1F-391C-210C6F3A6F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04" y="4657426"/>
            <a:ext cx="4212296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38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6E1485-FBA1-4A4D-1510-CA21C445B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11" y="376925"/>
            <a:ext cx="11499577" cy="610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688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A8AE24-EE94-CCAC-CE36-5C3B14604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91" y="165259"/>
            <a:ext cx="11514818" cy="610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94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9DD237-34EF-20C0-88FF-A0CE996C8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34" y="331754"/>
            <a:ext cx="11618034" cy="602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15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7A1EB5-E725-D64A-E5E5-0BC1C56AB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1" y="354063"/>
            <a:ext cx="11660006" cy="61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934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21C863-5771-E522-5436-328CCA8B9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384546"/>
            <a:ext cx="11574009" cy="608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20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990F81-6821-6333-7000-ACA490207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33" y="279401"/>
            <a:ext cx="11582399" cy="625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9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Nikki</dc:creator>
  <cp:lastModifiedBy>R Nikki</cp:lastModifiedBy>
  <cp:revision>1</cp:revision>
  <dcterms:created xsi:type="dcterms:W3CDTF">2026-10-03T05:27:28Z</dcterms:created>
  <dcterms:modified xsi:type="dcterms:W3CDTF">2026-10-03T06:01:46Z</dcterms:modified>
</cp:coreProperties>
</file>